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Distributed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Identifying Network Latency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98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Kubernetes says my workloads are healthy.</a:t>
            </a:r>
            <a:br/>
            <a:r>
              <a:t>But my user is waiting three seconds.</a:t>
            </a:r>
            <a:br/>
            <a:r>
              <a:t>Where is the latency?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production-style debugging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  Symptom — the user waits ~3 seconds</a:t>
            </a:r>
          </a:p>
          <a:p>
            <a:pPr>
              <a:spcAft>
                <a:spcPts val="1200"/>
              </a:spcAft>
              <a:defRPr sz="2000"/>
            </a:pPr>
            <a:r>
              <a:t>2  Metrics — confirm latency exists</a:t>
            </a:r>
          </a:p>
          <a:p>
            <a:pPr>
              <a:spcAft>
                <a:spcPts val="1200"/>
              </a:spcAft>
              <a:defRPr sz="2000"/>
            </a:pPr>
            <a:r>
              <a:t>3  Logs — inspect local behavior</a:t>
            </a:r>
          </a:p>
          <a:p>
            <a:pPr>
              <a:spcAft>
                <a:spcPts val="1200"/>
              </a:spcAft>
              <a:defRPr sz="2000"/>
            </a:pPr>
            <a:r>
              <a:t>4  Traces — connect the request across services</a:t>
            </a:r>
          </a:p>
          <a:p>
            <a:pPr>
              <a:spcAft>
                <a:spcPts val="1200"/>
              </a:spcAft>
              <a:defRPr sz="2000"/>
            </a:pPr>
            <a:r>
              <a:t>5  Root cause — isolate the slow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One request, three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Browser → gateway → order-service → recommendation-service</a:t>
            </a:r>
          </a:p>
          <a:p>
            <a:pPr>
              <a:spcAft>
                <a:spcPts val="1200"/>
              </a:spcAft>
              <a:defRPr sz="2000"/>
            </a:pPr>
            <a:r>
              <a:t>Recommendation service → simulated external dependency (~3s)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Metrics → Prometheus → Grafana</a:t>
            </a:r>
          </a:p>
          <a:p>
            <a:pPr>
              <a:spcAft>
                <a:spcPts val="1200"/>
              </a:spcAft>
              <a:defRPr sz="2000"/>
            </a:pPr>
            <a:r>
              <a:t>Logs → Alloy → Loki → Grafana</a:t>
            </a:r>
          </a:p>
          <a:p>
            <a:pPr>
              <a:spcAft>
                <a:spcPts val="1200"/>
              </a:spcAft>
              <a:defRPr sz="2000"/>
            </a:pPr>
            <a:r>
              <a:t>Traces → OpenTelemetry Collector → Jaeger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health checks are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Gateway /health: 200 OK</a:t>
            </a:r>
          </a:p>
          <a:p>
            <a:pPr>
              <a:spcAft>
                <a:spcPts val="1200"/>
              </a:spcAft>
              <a:defRPr sz="2000"/>
            </a:pPr>
            <a:r>
              <a:t>Order /health: 200 OK</a:t>
            </a:r>
          </a:p>
          <a:p>
            <a:pPr>
              <a:spcAft>
                <a:spcPts val="1200"/>
              </a:spcAft>
              <a:defRPr sz="2000"/>
            </a:pPr>
            <a:r>
              <a:t>Recommendation /health: 200 OK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Yet /api/order still takes ~3 seconds.</a:t>
            </a:r>
          </a:p>
          <a:p>
            <a:pPr>
              <a:spcAft>
                <a:spcPts val="1200"/>
              </a:spcAft>
              <a:defRPr sz="2000"/>
            </a:pPr>
            <a:r>
              <a:t>Readiness answers “can I receive traffic?” — not “is the user journey fast?”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Metrics: detect the 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Prometheus scrapes /metrics from every service.</a:t>
            </a:r>
          </a:p>
          <a:p>
            <a:pPr>
              <a:spcAft>
                <a:spcPts val="1200"/>
              </a:spcAft>
              <a:defRPr sz="2000"/>
            </a:pPr>
            <a:r>
              <a:t>Request rate proves traffic is flowing.</a:t>
            </a:r>
          </a:p>
          <a:p>
            <a:pPr>
              <a:spcAft>
                <a:spcPts val="1200"/>
              </a:spcAft>
              <a:defRPr sz="2000"/>
            </a:pPr>
            <a:r>
              <a:t>p95 latency shows where service-level latency increases.</a:t>
            </a:r>
          </a:p>
          <a:p>
            <a:pPr>
              <a:spcAft>
                <a:spcPts val="1200"/>
              </a:spcAft>
              <a:defRPr sz="2000"/>
            </a:pPr>
            <a:r>
              <a:t>But metrics alone do not reveal the exact operation consuming the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Logs: local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LogQL: {service=~"gateway|order-service|recommendation-service"}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Kubernetes logs confirm each service is receiving requests.</a:t>
            </a:r>
          </a:p>
          <a:p>
            <a:pPr>
              <a:spcAft>
                <a:spcPts val="1200"/>
              </a:spcAft>
              <a:defRPr sz="2000"/>
            </a:pPr>
            <a:r>
              <a:t>Alloy discovers pods and sends their logs to Loki.</a:t>
            </a:r>
          </a:p>
          <a:p>
            <a:pPr>
              <a:spcAft>
                <a:spcPts val="1200"/>
              </a:spcAft>
              <a:defRPr sz="2000"/>
            </a:pPr>
            <a:r>
              <a:t>The Kubernetes app label becomes the Loki service label.</a:t>
            </a:r>
          </a:p>
          <a:p>
            <a:pPr>
              <a:spcAft>
                <a:spcPts val="1200"/>
              </a:spcAft>
              <a:defRPr sz="2000"/>
            </a:pPr>
            <a:r>
              <a:t>Useful — but manual correlation across services is still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Distributed tracing: connect the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OpenTelemetry + Jaeger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Trace context propagates automatically across outgoing HTTP calls.</a:t>
            </a:r>
          </a:p>
          <a:p>
            <a:pPr>
              <a:spcAft>
                <a:spcPts val="1200"/>
              </a:spcAft>
              <a:defRPr sz="2000"/>
            </a:pPr>
            <a:r>
              <a:t>Jaeger reconstructs the complete request as a waterfall.</a:t>
            </a:r>
          </a:p>
          <a:p>
            <a:pPr>
              <a:spcAft>
                <a:spcPts val="1200"/>
              </a:spcAft>
              <a:defRPr sz="2000"/>
            </a:pPr>
            <a:r>
              <a:t>Each span answers: which operation ran, where, and for how long?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waterfall tells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The bottleneck is now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gateway</a:t>
            </a:r>
          </a:p>
          <a:p>
            <a:pPr>
              <a:spcAft>
                <a:spcPts val="1200"/>
              </a:spcAft>
              <a:defRPr sz="2000"/>
            </a:pPr>
            <a:r>
              <a:t>  └─ user-order-journey</a:t>
            </a:r>
          </a:p>
          <a:p>
            <a:pPr>
              <a:spcAft>
                <a:spcPts val="1200"/>
              </a:spcAft>
              <a:defRPr sz="2000"/>
            </a:pPr>
            <a:r>
              <a:t>      └─ order-service</a:t>
            </a:r>
          </a:p>
          <a:p>
            <a:pPr>
              <a:spcAft>
                <a:spcPts val="1200"/>
              </a:spcAft>
              <a:defRPr sz="2000"/>
            </a:pPr>
            <a:r>
              <a:t>          └─ call-recommendation</a:t>
            </a:r>
          </a:p>
          <a:p>
            <a:pPr>
              <a:spcAft>
                <a:spcPts val="1200"/>
              </a:spcAft>
              <a:defRPr sz="2000"/>
            </a:pPr>
            <a:r>
              <a:t>              └─ recommendation-service</a:t>
            </a:r>
          </a:p>
          <a:p>
            <a:pPr>
              <a:spcAft>
                <a:spcPts val="1200"/>
              </a:spcAft>
              <a:defRPr sz="2000"/>
            </a:pPr>
            <a:r>
              <a:t>                  └─ slow-external-dependency  ≈ 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intentional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custom span turns waiting time into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with tracer.start_as_current_span("slow-external-dependency"):</a:t>
            </a:r>
          </a:p>
          <a:p>
            <a:pPr>
              <a:spcAft>
                <a:spcPts val="1200"/>
              </a:spcAft>
              <a:defRPr sz="2000"/>
            </a:pPr>
            <a:r>
              <a:t>    span.set_attribute("demo.delay_seconds", DELAY)</a:t>
            </a:r>
          </a:p>
          <a:p>
            <a:pPr>
              <a:spcAft>
                <a:spcPts val="1200"/>
              </a:spcAft>
              <a:defRPr sz="2000"/>
            </a:pPr>
            <a:r>
              <a:t>    span.set_attribute("dependency.type", "simulated-network-call")</a:t>
            </a:r>
          </a:p>
          <a:p>
            <a:pPr>
              <a:spcAft>
                <a:spcPts val="1200"/>
              </a:spcAft>
              <a:defRPr sz="2000"/>
            </a:pPr>
            <a:r>
              <a:t>    time.sleep(DELAY)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Experiment: 3 seconds → 6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Causality you can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Change only DELAY_SECONDS on recommendation-service.</a:t>
            </a:r>
          </a:p>
          <a:p>
            <a:pPr>
              <a:spcAft>
                <a:spcPts val="1200"/>
              </a:spcAft>
              <a:defRPr sz="2000"/>
            </a:pPr>
            <a:r>
              <a:t>Kubernetes rolls out the new environment value.</a:t>
            </a:r>
          </a:p>
          <a:p>
            <a:pPr>
              <a:spcAft>
                <a:spcPts val="1200"/>
              </a:spcAft>
              <a:defRPr sz="2000"/>
            </a:pPr>
            <a:r>
              <a:t>Generate the same user request again.</a:t>
            </a:r>
          </a:p>
          <a:p>
            <a:pPr>
              <a:spcAft>
                <a:spcPts val="1200"/>
              </a:spcAft>
              <a:defRPr sz="2000"/>
            </a:pPr>
            <a:r>
              <a:t>The p95 latency increases — and the same trace span expands to ~6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each signal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Complementary signals, not competing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Metrics — Is there a problem?  YES: latency increased.</a:t>
            </a:r>
          </a:p>
          <a:p>
            <a:pPr>
              <a:spcAft>
                <a:spcPts val="1200"/>
              </a:spcAft>
              <a:defRPr sz="2000"/>
            </a:pPr>
            <a:r>
              <a:t>Logs — What happened locally?  Requests reached every service.</a:t>
            </a:r>
          </a:p>
          <a:p>
            <a:pPr>
              <a:spcAft>
                <a:spcPts val="1200"/>
              </a:spcAft>
              <a:defRPr sz="2000"/>
            </a:pPr>
            <a:r>
              <a:t>Traces — Where was time consumed?  slow-external-dependency.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Kubernetes observability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Demo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Prometheus — application metrics</a:t>
            </a:r>
          </a:p>
          <a:p>
            <a:pPr>
              <a:spcAft>
                <a:spcPts val="1200"/>
              </a:spcAft>
              <a:defRPr sz="2000"/>
            </a:pPr>
            <a:r>
              <a:t>Grafana Alloy — Kubernetes log collection</a:t>
            </a:r>
          </a:p>
          <a:p>
            <a:pPr>
              <a:spcAft>
                <a:spcPts val="1200"/>
              </a:spcAft>
              <a:defRPr sz="2000"/>
            </a:pPr>
            <a:r>
              <a:t>Loki — log storage/query</a:t>
            </a:r>
          </a:p>
          <a:p>
            <a:pPr>
              <a:spcAft>
                <a:spcPts val="1200"/>
              </a:spcAft>
              <a:defRPr sz="2000"/>
            </a:pPr>
            <a:r>
              <a:t>OpenTelemetry Collector — trace pipeline</a:t>
            </a:r>
          </a:p>
          <a:p>
            <a:pPr>
              <a:spcAft>
                <a:spcPts val="1200"/>
              </a:spcAft>
              <a:defRPr sz="2000"/>
            </a:pPr>
            <a:r>
              <a:t>Jaeger — distributed trace visualization</a:t>
            </a:r>
          </a:p>
          <a:p>
            <a:pPr>
              <a:spcAft>
                <a:spcPts val="1200"/>
              </a:spcAft>
              <a:defRPr sz="2000"/>
            </a:pPr>
            <a:r>
              <a:t>Grafana — common investigation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Failure mode worth remembering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useful real-world lesson from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Grafana can show metrics while Application logs stays empty.</a:t>
            </a:r>
          </a:p>
          <a:p>
            <a:pPr>
              <a:spcAft>
                <a:spcPts val="1200"/>
              </a:spcAft>
              <a:defRPr sz="2000"/>
            </a:pPr>
            <a:r>
              <a:t>Why? Prometheus and Loki pipelines are independent.</a:t>
            </a:r>
          </a:p>
          <a:p>
            <a:pPr>
              <a:spcAft>
                <a:spcPts val="1200"/>
              </a:spcAft>
              <a:defRPr sz="2000"/>
            </a:pPr>
            <a:r>
              <a:t>If Alloy is CrashLoopBackOff, no new application logs reach Loki.</a:t>
            </a:r>
          </a:p>
          <a:p>
            <a:pPr>
              <a:spcAft>
                <a:spcPts val="1200"/>
              </a:spcAft>
              <a:defRPr sz="2000"/>
            </a:pPr>
            <a:r>
              <a:t>Debug the pipeline from producer → collector → backend →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Production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Instrument service boundaries, not only individual functions.</a:t>
            </a:r>
          </a:p>
          <a:p>
            <a:pPr>
              <a:spcAft>
                <a:spcPts val="1200"/>
              </a:spcAft>
              <a:defRPr sz="2000"/>
            </a:pPr>
            <a:r>
              <a:t>Propagate trace context across every network hop.</a:t>
            </a:r>
          </a:p>
          <a:p>
            <a:pPr>
              <a:spcAft>
                <a:spcPts val="1200"/>
              </a:spcAft>
              <a:defRPr sz="2000"/>
            </a:pPr>
            <a:r>
              <a:t>Name services consistently across metrics, logs and traces.</a:t>
            </a:r>
          </a:p>
          <a:p>
            <a:pPr>
              <a:spcAft>
                <a:spcPts val="1200"/>
              </a:spcAft>
              <a:defRPr sz="2000"/>
            </a:pPr>
            <a:r>
              <a:t>Add custom spans around external dependencies and critical operations.</a:t>
            </a:r>
          </a:p>
          <a:p>
            <a:pPr>
              <a:spcAft>
                <a:spcPts val="1200"/>
              </a:spcAft>
              <a:defRPr sz="2000"/>
            </a:pPr>
            <a:r>
              <a:t>Use health checks for availability — observability for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Distributed Tracing: Identifying Network Latency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98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Metrics tell us that a problem exists.</a:t>
            </a:r>
            <a:br/>
            <a:r>
              <a:t>Logs provide local context.</a:t>
            </a:r>
            <a:br/>
            <a:r>
              <a:t>Traces connect the request across services</a:t>
            </a:r>
            <a:br/>
            <a:r>
              <a:t>and isolate where time was consumed.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Bangaly Kaba • Technical Leader •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98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Bangaly Kaba • Technical Leader • Independent • Andela Kubernetes Expert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